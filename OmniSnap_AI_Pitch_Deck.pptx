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400">
                <a:solidFill>
                  <a:srgbClr val="00D4FF"/>
                </a:solidFill>
              </a:defRPr>
            </a:pPr>
            <a:r>
              <a:t>QUALCOMM SNAPDRAGON® AI LAB CHALLENGE</a:t>
            </a:r>
            <a:br/>
            <a:r>
              <a:t>OmniSnap AI</a:t>
            </a:r>
          </a:p>
          <a:p>
            <a:pPr algn="ctr">
              <a:spcBef>
                <a:spcPts val="2000"/>
              </a:spcBef>
              <a:defRPr sz="2400">
                <a:solidFill>
                  <a:srgbClr val="FFFFFF"/>
                </a:solidFill>
              </a:defRPr>
            </a:pPr>
            <a:r>
              <a:t>Zero-Cloud Autonomous Multimodal Copilot &amp; Privacy Intelligence for Snapdragon®-Powered HP OmniBook PCs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484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800"/>
              </a:spcAft>
              <a:defRPr sz="1800">
                <a:solidFill>
                  <a:srgbClr val="8892B0"/>
                </a:solidFill>
              </a:defRPr>
            </a:pPr>
            <a:r>
              <a:t>• Accelerated by Qualcomm Hexagon NPU (45 TOPS) via QNN Execution Provider</a:t>
            </a:r>
          </a:p>
          <a:p>
            <a:pPr>
              <a:spcAft>
                <a:spcPts val="800"/>
              </a:spcAft>
              <a:defRPr sz="1800">
                <a:solidFill>
                  <a:srgbClr val="8892B0"/>
                </a:solidFill>
              </a:defRPr>
            </a:pPr>
            <a:r>
              <a:t>• Heterogeneous Qualcomm AI Hub Models: Whisper, Llama-3.2, YOLOv11 &amp; Local RAG</a:t>
            </a:r>
          </a:p>
          <a:p>
            <a:pPr>
              <a:spcAft>
                <a:spcPts val="800"/>
              </a:spcAft>
              <a:defRPr sz="1800">
                <a:solidFill>
                  <a:srgbClr val="8892B0"/>
                </a:solidFill>
              </a:defRPr>
            </a:pPr>
            <a:r>
              <a:t>• 100% Air-Gapped Privacy • 22.5hr Continuous AI Battery on HP OmniBook</a:t>
            </a:r>
          </a:p>
          <a:p>
            <a:br/>
            <a:pPr algn="ctr">
              <a:defRPr sz="1600" i="1">
                <a:solidFill>
                  <a:srgbClr val="00D4FF"/>
                </a:solidFill>
              </a:defRPr>
            </a:pPr>
            <a:r>
              <a:t>Submitted by: Anurag Kannojiya | Target Platform: HP OmniBook X / Ultra (Snapdragon X Elite)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The Problem: Why Cloud AI Fails Modern PC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❌ Cloud Latency &amp; Jitter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250ms-1000ms+ round-trip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❌ Corporate Data &amp; IP Leaks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Streaming confidential data to 3rd-party LLM clouds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❌ Battery Drain &amp; Thermals on x86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35W-65W consuming AI, 3hr battery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❌ Recurring Cost &amp; Offline Failure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$20-30/seat/mo, dead offline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The Solution: OmniSnap AI — Zero-Cloud Multimodal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✅ 100% On-Device Hexagon NPU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45 TOPS, sub-12ms speech, sub-30ms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✅ Qualcomm AI Hub Model Zoo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Pre-compiled INT4/INT8 models for QNN 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✅ True Air-Gapped Privacy Guard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Zero bytes leave device, PII scrubbing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✅ Ultra-Low 3.8W Thermal Env.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22.5hr battery, whisper-quiet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System Architecture: Qualcomm AI Hub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Whisper-Base ASR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Source: Qualcomm AI Hub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Quant: W8A16 QNN HTP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Role: Real-time ASR &amp; meeting diarization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Latency: 11.8 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Llama-3.2-3B Instruct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Source: Qualcomm AI Hub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Quant: W4A16 QNN HTP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Role: Autonomous reasoning &amp; task execution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Latency: 28.5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YOLOv11-Nano Vision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Source: Qualcomm AI Hub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Quant: W8A8 QNN HTP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Role: Screen analysis &amp; confidential detection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Latency: 4.2 ms (238 FPS)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all-MiniLM-L6-v2 RAG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Source: Qualcomm AI Hub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Quant: W8A16 ONNX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Role: Air-gapped semantic search &amp; RAG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Latency: 6.2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D4FF"/>
                </a:solidFill>
              </a:defRPr>
            </a:pPr>
            <a:r>
              <a:t>Pipeline: QNN HTP Backend → ONNX Runtime QNNExecutionProvider → Hexagon 45 TOPS NPU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Core Features: Complete Edge Productivity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🎙️ Real-Time Meeting Scribe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Whisper on Hexagon NPU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Extracts action items &amp;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💬 Hexagon Reasoning Copilot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Sub-30ms Llama-3.2-3B INT4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Drafts briefs, refactors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📚 Air-Gapped Document RAG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Encrypted vector DB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Sub-7ms semantic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👁️ Screen Guard &amp; Vision Inspector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YOLOv11-Nano at 238 FPS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PII alerts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Hardware Synergy: Optimized for Snapdragon-Powered HP PCs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45 Peak NPU TOPS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Multi-model concurrent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22.5 Hours AI Battery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3.8W vs 38.5W on x86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Whisper-Quiet Thermals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&lt;18 dBA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Zero thermal throttling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Windows on ARM Native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QNN HTP DLLs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DirectML fallbacks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Empirical Benchmarks: Hexagon NPU Superiority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60320" cy="109728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7.2x Speedup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560320" cy="109728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10.1x Lower Power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560320" cy="109728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22.5 hrs Battery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463040"/>
            <a:ext cx="2560320" cy="109728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$0/mo Cloud Fee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926080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D4FF"/>
                          </a:solidFill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D4FF"/>
                          </a:solidFill>
                        </a:defRPr>
                      </a:pPr>
                      <a:r>
                        <a:t>Snapdragon NPU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D4FF"/>
                          </a:solidFill>
                        </a:defRPr>
                      </a:pPr>
                      <a:r>
                        <a:t>x86 CPU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D4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D4FF"/>
                          </a:solidFill>
                        </a:defRPr>
                      </a:pPr>
                      <a:r>
                        <a:t>Power Saved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Whisper-Base ASR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11.8ms (2.8W)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84.5ms (28.0W)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7.2x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Llama-3.2-3B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28.5ms (3.9W)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195.0ms (35.0W)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6.8x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Embeddings (RAG)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6.2ms (2.3W)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46.0ms (24.0W)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7.4x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YOLOv11-Nano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4.2ms (2.1W)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42.0ms (22.0W)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10.0x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>
                    <a:solidFill>
                      <a:srgbClr val="080C1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Deployment &amp; Accessibility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1. Plug &amp; Play QNN Runtime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Auto-detects Snapdragon hardware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2. Modern Web &amp; Desktop UI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FastAPI + glassmorphism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3. Automated Verification Suite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run_demo.py validates all modules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560320" cy="36576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4. Enterprise OEM Pre-load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Ready for HP OmniBook default image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Market Impact &amp; Target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828800"/>
            <a:ext cx="4114800" cy="18288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Enterprise &amp; Finance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Compliance-sensitive banks &amp; consultants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828800"/>
            <a:ext cx="4114800" cy="18288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Healthcare &amp; Legal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Offline transcription for patients &amp; depositions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4114800"/>
            <a:ext cx="4114800" cy="18288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Defense &amp; Aerospace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Air-gapped military operations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114800"/>
            <a:ext cx="4114800" cy="18288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HP OmniBook Buyers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24-hour AI battery, personalized intelligence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solidFill>
              <a:srgbClr val="08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892B0"/>
                </a:solidFill>
              </a:defRPr>
            </a:pPr>
            <a:r>
              <a:t>Qualcomm Snapdragon® AI Lab Build &amp; Present Challenge • Solution Submission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0D4FF"/>
                </a:solidFill>
              </a:defRPr>
            </a:pPr>
            <a:r>
              <a:t>Summary: Why OmniSnap AI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🏆 Technical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Multi-model QNN pipeline from Qualcomm AI 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🏆 Application Use Case &amp; Innovation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Tackles privacy, offline usability, cloud 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🏆 Deployment &amp; Accessibility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Cross-platform fallback, automated tests, intuitive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645920"/>
            <a:ext cx="2560320" cy="3200400"/>
          </a:xfrm>
          <a:prstGeom prst="roundRect">
            <a:avLst/>
          </a:prstGeom>
          <a:solidFill>
            <a:srgbClr val="1A2744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b="1" sz="2000">
                <a:solidFill>
                  <a:srgbClr val="FFFFFF"/>
                </a:solidFill>
              </a:defRPr>
            </a:pPr>
            <a:r>
              <a:t>🏆 Presentation &amp; Documentation</a:t>
            </a:r>
          </a:p>
          <a:p>
            <a:pPr>
              <a:spcAft>
                <a:spcPts val="500"/>
              </a:spcAft>
              <a:defRPr sz="1400">
                <a:solidFill>
                  <a:srgbClr val="8892B0"/>
                </a:solidFill>
              </a:defRPr>
            </a:pPr>
            <a:r>
              <a:t>Complete whitepaper, pitch deck, benchmarks,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00D4FF"/>
                </a:solidFill>
              </a:defRPr>
            </a:pPr>
            <a:r>
              <a:t>Thank you Qualcomm &amp; Snapdragon AI Lab!</a:t>
            </a:r>
            <a:br/>
            <a:r>
              <a:t>Ready for demo on Snapdragon-powered HP PCs.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