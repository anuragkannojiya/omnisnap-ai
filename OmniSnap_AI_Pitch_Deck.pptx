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188720"/>
            <a:ext cx="9448495" cy="448056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463040"/>
            <a:ext cx="85340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4B4B"/>
                </a:solidFill>
              </a:defRPr>
            </a:pPr>
            <a:r>
              <a:t>QUALCOMM SNAPDRAGON® AI LAB CHALLENGE</a:t>
            </a:r>
          </a:p>
          <a:p>
            <a:pPr>
              <a:defRPr sz="4000" b="1">
                <a:solidFill>
                  <a:srgbClr val="F8FAFC"/>
                </a:solidFill>
              </a:defRPr>
            </a:pPr>
            <a:r>
              <a:t>OmniSnap AI</a:t>
            </a:r>
          </a:p>
          <a:p>
            <a:pPr>
              <a:defRPr sz="1600">
                <a:solidFill>
                  <a:srgbClr val="06B6D4"/>
                </a:solidFill>
              </a:defRPr>
            </a:pPr>
            <a:r>
              <a:t>Zero-Cloud Autonomous Multimodal Copilot &amp; Privacy Intelligence for Snapdragon®-Powered HP OmniBook PCs</a:t>
            </a:r>
          </a:p>
          <a:p>
            <a:br/>
            <a:pPr>
              <a:defRPr sz="1300">
                <a:solidFill>
                  <a:srgbClr val="94A3B8"/>
                </a:solidFill>
              </a:defRPr>
            </a:pPr>
            <a:r>
              <a:t>• Accelerated by Qualcomm Hexagon NPU (45 TOPS) via QNN Execution Provider</a:t>
            </a:r>
            <a:br/>
            <a:r>
              <a:t>• Heterogeneous Qualcomm AI Hub Models: Whisper, Llama-3.2, YOLOv11 &amp; Local RAG</a:t>
            </a:r>
            <a:br/>
            <a:r>
              <a:t>• 100% Air-Gapped Privacy • 22.5hr Continuous AI Battery on HP OmniBook</a:t>
            </a:r>
          </a:p>
          <a:p>
            <a:br/>
            <a:pPr>
              <a:defRPr sz="1200" b="1">
                <a:solidFill>
                  <a:srgbClr val="F8FAFC"/>
                </a:solidFill>
              </a:defRPr>
            </a:pPr>
            <a:r>
              <a:t>Submitted by: Anurag Kannojia  |  Target Platform: HP OmniBook X / Ultra (Snapdragon X Elite)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4B4B"/>
                </a:solidFill>
              </a:defRPr>
            </a:pPr>
            <a:r>
              <a:t>SNAPDRAGON® AI LAB BUILD &amp; PRESENT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The Problem: Why Cloud AI Fails Modern PC Workflows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219456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4B4B"/>
                </a:solidFill>
              </a:defRPr>
            </a:pPr>
            <a:r>
              <a:t>❌  Cloud Latency &amp; Jitter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250ms - 1000ms+ round-trip latency disrupts fluid voice meetings, typing, and screen-sharing interactions.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120640" cy="219456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60012"/>
                </a:solidFill>
              </a:defRPr>
            </a:pPr>
            <a:r>
              <a:t>❌  Corporate Data &amp; IP Leaks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Streaming confidential meetings, source code, and financial documents to remote third-party LLM clouds creates severe compliance vulnerabilities.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120640" cy="219456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02336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❌  Battery Drain &amp; Thermals on x86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Legacy x86 PC chips consume 35W-65W running AI, triggering noisy thermal fans and draining laptop batteries within 3 hours.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840480"/>
            <a:ext cx="5120640" cy="219456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6B6D4"/>
                </a:solidFill>
              </a:defRPr>
            </a:pPr>
            <a:r>
              <a:t>❌  Recurring Cost &amp; Offline Failure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Cloud subscriptions ($20-$30/seat/mo) become astronomical at scale. Moreover, Cloud AI is completely dead in flights, trains, or low-connectivity zones.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4B4B"/>
                </a:solidFill>
              </a:defRPr>
            </a:pPr>
            <a:r>
              <a:t>SNAPDRAGON® AI LAB BUILD &amp; PRESENT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The Solution: OmniSnap AI — Zero-Cloud Multimodal Copilot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219456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✅  100% On-Device Hexagon NPU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Leverages the 45 TOPS Qualcomm Hexagon NPU on Snapdragon X Elite/Plus for sub-12ms speech and sub-30ms LLM inference.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120640" cy="219456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4B4B"/>
                </a:solidFill>
              </a:defRPr>
            </a:pPr>
            <a:r>
              <a:t>✅  Qualcomm AI Hub Model Zoo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Integrates pre-compiled, INT4/INT8 quantized models specifically tuned for Qualcomm silicon with QNN Execution Provider.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120640" cy="219456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02336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6B6D4"/>
                </a:solidFill>
              </a:defRPr>
            </a:pPr>
            <a:r>
              <a:t>✅  True Air-Gapped Privacy Guard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Zero bytes leave the HP OmniBook. Built-in Privacy Shield scrubs PII and alerts users before confidential data appears on screen.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840480"/>
            <a:ext cx="5120640" cy="219456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✅  Ultra-Low 3.8W Thermal Envelope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Offloading heavy models to the Hexagon NPU enables whisper-quiet acoustics and extends HP OmniBook AI runtime to 22.5 hours.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4B4B"/>
                </a:solidFill>
              </a:defRPr>
            </a:pPr>
            <a:r>
              <a:t>SNAPDRAGON® AI LAB BUILD &amp; PRESENT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System Architecture: Qualcomm AI Hub Integration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60320" cy="41148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2286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Whisper-Base ASR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Source:</a:t>
            </a:r>
            <a:br/>
            <a:r>
              <a:t>Qualcomm AI Hub: openai_whisper_base</a:t>
            </a:r>
            <a:br/>
            <a:br/>
            <a:r>
              <a:t>Quantization:</a:t>
            </a:r>
            <a:br/>
            <a:r>
              <a:t>W8A16 QNN HTP</a:t>
            </a:r>
            <a:br/>
            <a:br/>
            <a:r>
              <a:t>Role:</a:t>
            </a:r>
            <a:br/>
            <a:r>
              <a:t>Real-time speech transcribe &amp; meeting diarization</a:t>
            </a:r>
            <a:br/>
            <a:br/>
            <a:r>
              <a:t>Hexagon Latency:</a:t>
            </a:r>
            <a:br/>
            <a:r>
              <a:t>11.8 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371600"/>
            <a:ext cx="2560320" cy="41148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554480"/>
            <a:ext cx="2286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4B4B"/>
                </a:solidFill>
              </a:defRPr>
            </a:pPr>
            <a:r>
              <a:t>Llama-3.2-3B Instruct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Source:</a:t>
            </a:r>
            <a:br/>
            <a:r>
              <a:t>Qualcomm AI Hub: meta_llama3_2_3b</a:t>
            </a:r>
            <a:br/>
            <a:br/>
            <a:r>
              <a:t>Quantization:</a:t>
            </a:r>
            <a:br/>
            <a:r>
              <a:t>W4A16 QNN HTP</a:t>
            </a:r>
            <a:br/>
            <a:br/>
            <a:r>
              <a:t>Role:</a:t>
            </a:r>
            <a:br/>
            <a:r>
              <a:t>Autonomous reasoning, summaries &amp; task execution</a:t>
            </a:r>
            <a:br/>
            <a:br/>
            <a:r>
              <a:t>Hexagon Latency:</a:t>
            </a:r>
            <a:br/>
            <a:r>
              <a:t>28.5 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560320" cy="41148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554480"/>
            <a:ext cx="2286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B6D4"/>
                </a:solidFill>
              </a:defRPr>
            </a:pPr>
            <a:r>
              <a:t>YOLOv11-Nano Vision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Source:</a:t>
            </a:r>
            <a:br/>
            <a:r>
              <a:t>Qualcomm AI Hub: yolov11_nano_detect</a:t>
            </a:r>
            <a:br/>
            <a:br/>
            <a:r>
              <a:t>Quantization:</a:t>
            </a:r>
            <a:br/>
            <a:r>
              <a:t>W8A8 QNN HTP</a:t>
            </a:r>
            <a:br/>
            <a:br/>
            <a:r>
              <a:t>Role:</a:t>
            </a:r>
            <a:br/>
            <a:r>
              <a:t>Display window analysis &amp; confidential stamp detection</a:t>
            </a:r>
            <a:br/>
            <a:br/>
            <a:r>
              <a:t>Hexagon Latency:</a:t>
            </a:r>
            <a:br/>
            <a:r>
              <a:t>4.2 ms (238 FPS)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371600"/>
            <a:ext cx="2560320" cy="41148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554480"/>
            <a:ext cx="2286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all-MiniLM-L6-v2 RAG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Source:</a:t>
            </a:r>
            <a:br/>
            <a:r>
              <a:t>Qualcomm AI Hub: sentence_transformers</a:t>
            </a:r>
            <a:br/>
            <a:br/>
            <a:r>
              <a:t>Quantization:</a:t>
            </a:r>
            <a:br/>
            <a:r>
              <a:t>W8A16 ONNX</a:t>
            </a:r>
            <a:br/>
            <a:br/>
            <a:r>
              <a:t>Role:</a:t>
            </a:r>
            <a:br/>
            <a:r>
              <a:t>Air-gapped semantic document indexing &amp; retrieval</a:t>
            </a:r>
            <a:br/>
            <a:br/>
            <a:r>
              <a:t>Hexagon Latency:</a:t>
            </a:r>
            <a:br/>
            <a:r>
              <a:t>6.2 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76072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8FAFC"/>
                </a:solidFill>
              </a:defRPr>
            </a:pPr>
            <a:r>
              <a:t>Execution Pipeline: Qualcomm Neural Network (QNN) HTP Backend  ➔  ONNX Runtime QNNExecutionProvider  ➔  Hexagon 45 TOPS NPU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4B4B"/>
                </a:solidFill>
              </a:defRPr>
            </a:pPr>
            <a:r>
              <a:t>SNAPDRAGON® AI LAB BUILD &amp; PRESENT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Core Features: Complete Edge Productivity Suite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28655" cy="10972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0876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4B4B"/>
                </a:solidFill>
              </a:defRPr>
            </a:pPr>
            <a:r>
              <a:t>🎙️ Real-Time Meeting Scribe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Transcribes live microphone audio offline with Whisper-Base on Hexagon NPU. Automatically extracts action items, owners, and decisions with 0 cloud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06040"/>
            <a:ext cx="10728655" cy="10972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74320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4B4B"/>
                </a:solidFill>
              </a:defRPr>
            </a:pPr>
            <a:r>
              <a:t>💬 Hexagon Reasoning Copilot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Sub-30ms prompt reasoning powered by Llama-3.2-3B INT4. Drafts executive briefs, refactors code, and generates strategy memos completely offline.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10728655" cy="10972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97764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4B4B"/>
                </a:solidFill>
              </a:defRPr>
            </a:pPr>
            <a:r>
              <a:t>📚 Air-Gapped Document RAG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Indexes local corporate PDFs, spreadsheets, and markdown notes into an encrypted vector database. Sub-7ms semantic search with all-MiniLM-L6-v2 embeddings.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74920"/>
            <a:ext cx="10728655" cy="10972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21208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4B4B"/>
                </a:solidFill>
              </a:defRPr>
            </a:pPr>
            <a:r>
              <a:t>👁️ Screen Guard &amp; Vision Inspector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Scans active workspace windows and shared screens via YOLOv11-Nano at 238 FPS. Alerts users before sharing displays containing sensitive PII or credentials.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4B4B"/>
                </a:solidFill>
              </a:defRPr>
            </a:pPr>
            <a:r>
              <a:t>SNAPDRAGON® AI LAB BUILD &amp; PRESENT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Hardware Synergy: Optimized for Snapdragon-Powered HP PCs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60320" cy="41148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4B4B"/>
                </a:solidFill>
              </a:defRPr>
            </a:pPr>
            <a:r>
              <a:t>45 Peak NPU TOPS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Hexagon NPU executes multi-model concurrent pipelines (Whisper + Llama + YOLO) while keeping Oryon CPU idle.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371600"/>
            <a:ext cx="2560320" cy="41148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64592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22.5 Hours AI Battery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Sustained AI inference draws only 3.8W, compared to 38.5W on legacy x86 laptops, preserving HP OmniBook all-day endurance.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560320" cy="41148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4592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6B6D4"/>
                </a:solidFill>
              </a:defRPr>
            </a:pPr>
            <a:r>
              <a:t>Whisper-Quiet Thermals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Zero thermal throttling and &lt;18 dBA fan acoustic profile. HP OmniBook remains cool to the touch during heavy AI generation.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371600"/>
            <a:ext cx="2560320" cy="41148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164592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Windows on ARM Native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Engineered with QNN HTP DLLs and DirectML fallbacks for plug-and-play operation on Windows 11 on Snapdragon ARM64.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4B4B"/>
                </a:solidFill>
              </a:defRPr>
            </a:pPr>
            <a:r>
              <a:t>SNAPDRAGON® AI LAB BUILD &amp; PRESENT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Empirical Benchmarks: Hexagon NPU Superiority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60320" cy="164592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B981"/>
                </a:solidFill>
              </a:defRPr>
            </a:pPr>
            <a:r>
              <a:t>7.2x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Speedup vs x86 CPU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Whisper Speech ASR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371600"/>
            <a:ext cx="2560320" cy="164592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50876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B6D4"/>
                </a:solidFill>
              </a:defRPr>
            </a:pPr>
            <a:r>
              <a:t>10.1x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Lower Power Draw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3.8W vs 38.5W on CPU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560320" cy="164592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50876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</a:defRPr>
            </a:pPr>
            <a:r>
              <a:t>22.5 hrs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HP OmniBook Battery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vs 3.2 hrs on rival x86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371600"/>
            <a:ext cx="2560320" cy="164592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150876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4B4B"/>
                </a:solidFill>
              </a:defRPr>
            </a:pPr>
            <a:r>
              <a:t>$0 / mo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Recurring Cloud Fee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100% On-Device Compute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91840"/>
            <a:ext cx="10728655" cy="310896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47472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4B4B"/>
                </a:solidFill>
              </a:defRPr>
            </a:pPr>
            <a:r>
              <a:t>Workload                       | Snapdragon Hexagon NPU   | x86 CPU Rival    | Speedup    | Power Saved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Whisper-Base Speech ASR        | 11.8 ms (2.8W)           | 84.5 ms (28.0W)  | 7.2x       | 90%        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Llama-3.2-3B Reasoning         | 28.5 ms (3.9W)           | 195.0 ms (35.0W) | 6.8x       | 89%        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Dense Text Embeddings (RAG)    | 6.2 ms (2.3W)            | 46.0 ms (24.0W)  | 7.4x       | 90%        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YOLOv11-Nano Vision Guard      | 4.2 ms (2.1W)            | 42.0 ms (22.0W)  | 10.0x      | 90%        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4B4B"/>
                </a:solidFill>
              </a:defRPr>
            </a:pPr>
            <a:r>
              <a:t>SNAPDRAGON® AI LAB BUILD &amp; PRESENT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Deployment &amp; Accessibility: Ready for HP OmniBook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28655" cy="10972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0876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B6D4"/>
                </a:solidFill>
              </a:defRPr>
            </a:pPr>
            <a:r>
              <a:t>1. Plug &amp; Play QNN Runtime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Auto-detects Snapdragon X Elite/Plus hardware. Automatically initializes QNN Execution Provider (QnnHtp.dll) with fallback to DirectML and CPU for cross-platform validation.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06040"/>
            <a:ext cx="10728655" cy="10972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74320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B6D4"/>
                </a:solidFill>
              </a:defRPr>
            </a:pPr>
            <a:r>
              <a:t>2. Modern Web &amp; Desktop Interface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FastAPI backend coupled with a glassmorphism dashboard. Includes real-time audio visualizer, chat copilot, local RAG knowledge base, and live NPU telemetry meters.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10728655" cy="10972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97764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B6D4"/>
                </a:solidFill>
              </a:defRPr>
            </a:pPr>
            <a:r>
              <a:t>3. Automated Verification Suite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Self-validating test runner ('python run_demo.py') exercises all 6 AI modules and asserts latency, throughput, and power efficiency benchmarks.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74920"/>
            <a:ext cx="10728655" cy="10972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21208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B6D4"/>
                </a:solidFill>
              </a:defRPr>
            </a:pPr>
            <a:r>
              <a:t>4. Enterprise OEM Pre-load Potential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Packaged for seamless inclusion in HP OmniBook default software image, giving Snapdragon PC buyers immediate out-of-the-box edge AI utility.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4B4B"/>
                </a:solidFill>
              </a:defRPr>
            </a:pPr>
            <a:r>
              <a:t>SNAPDRAGON® AI LAB BUILD &amp; PRESENT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Market Impact &amp; Target Audience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219456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Enterprise &amp; Finance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Investment banks, consulting firms, and executives who cannot legally stream confidential client data to cloud LLMs due to compliance.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120640" cy="219456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4B4B"/>
                </a:solidFill>
              </a:defRPr>
            </a:pPr>
            <a:r>
              <a:t>Healthcare &amp; Legal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Doctors and attorneys requiring offline, zero-leakage transcription and case reasoning during patient consultations and courtroom depositions.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120640" cy="219456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02336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6B6D4"/>
                </a:solidFill>
              </a:defRPr>
            </a:pPr>
            <a:r>
              <a:t>Defense &amp; Aerospace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Air-gapped military and defense environments operating in zero-connectivity or secure operational theaters.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840480"/>
            <a:ext cx="5120640" cy="219456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HP OmniBook Buyers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Consumer and prosumer laptop users seeking MacBook-beating 24-hour battery life and truly personalized on-device intelligence.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4B4B"/>
                </a:solidFill>
              </a:defRPr>
            </a:pPr>
            <a:r>
              <a:t>SNAPDRAGON® AI LAB BUILD &amp; PRESENT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Summary: Why OmniSnap AI Wins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28655" cy="100584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10149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4B4B"/>
                </a:solidFill>
              </a:defRPr>
            </a:pPr>
            <a:r>
              <a:t>🏆  Technical Implementation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Multi-model pipeline (Whisper + Llama + YOLO + MiniLM) sourced from Qualcomm AI Hub and accelerated via QNN Execution Provider on the 45 TOPS Hexagon NPU.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10728655" cy="100584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24328"/>
            <a:ext cx="10149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4B4B"/>
                </a:solidFill>
              </a:defRPr>
            </a:pPr>
            <a:r>
              <a:t>🏆  Application Use Case &amp; Innovation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Tackles the #1 pain point of modern AI: privacy, offline usability, and cloud cost. Turns HP OmniBook into a secure, air-gapped executive assistant.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657600"/>
            <a:ext cx="10728655" cy="100584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767328"/>
            <a:ext cx="10149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4B4B"/>
                </a:solidFill>
              </a:defRPr>
            </a:pPr>
            <a:r>
              <a:t>🏆  Deployment &amp; Accessibility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Clean, functional FastAPI architecture with cross-platform fallback, automated tests, and intuitive Glassmorphism web UI.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800600"/>
            <a:ext cx="10728655" cy="100584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8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910328"/>
            <a:ext cx="10149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4B4B"/>
                </a:solidFill>
              </a:defRPr>
            </a:pPr>
            <a:r>
              <a:t>🏆  Presentation &amp; Documentation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Complete whitepaper, 10-slide pitch presentation, verifiable benchmarks, and comprehensive GitHub repository.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6035040"/>
            <a:ext cx="10728655" cy="54864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08076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t>Thank you Qualcomm &amp; Snapdragon AI Lab! Ready for demo on Snapdragon-powered HP PCs.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